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07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56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09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738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5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42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12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4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66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78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612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5065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45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692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801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586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1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9C4C9-F961-48E8-9237-0D98F31755D6}" type="datetimeFigureOut">
              <a:rPr lang="en-GB" smtClean="0"/>
              <a:t>21/09/2023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DBC4E-7354-465B-9E59-733A666BA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0218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2057" y="1357495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r>
              <a:rPr lang="en-GB" dirty="0"/>
              <a:t/>
            </a:r>
            <a:br>
              <a:rPr lang="en-GB" dirty="0"/>
            </a:br>
            <a:r>
              <a:rPr lang="en-GB" sz="6700" dirty="0" err="1" smtClean="0"/>
              <a:t>Assalam</a:t>
            </a:r>
            <a:r>
              <a:rPr lang="en-GB" sz="6700" dirty="0" smtClean="0"/>
              <a:t>-o-</a:t>
            </a:r>
            <a:r>
              <a:rPr lang="en-GB" sz="6700" dirty="0" err="1" smtClean="0"/>
              <a:t>alaikum</a:t>
            </a:r>
            <a:r>
              <a:rPr lang="en-GB" sz="6700" dirty="0" smtClean="0"/>
              <a:t> </a:t>
            </a:r>
            <a:endParaRPr lang="en-GB" sz="6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560" y="3880713"/>
            <a:ext cx="9001462" cy="1655762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8221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4948" y="1113654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GB" sz="3200" b="1" u="sng" dirty="0" smtClean="0"/>
              <a:t>OPERATING SYSTEMS </a:t>
            </a:r>
            <a:r>
              <a:rPr lang="en-GB" sz="3200" b="1" u="sng" dirty="0" smtClean="0"/>
              <a:t/>
            </a:r>
            <a:br>
              <a:rPr lang="en-GB" sz="3200" b="1" u="sng" dirty="0" smtClean="0"/>
            </a:br>
            <a:r>
              <a:rPr lang="en-GB" sz="3200" b="1" u="sng" dirty="0" smtClean="0"/>
              <a:t/>
            </a:r>
            <a:br>
              <a:rPr lang="en-GB" sz="3200" b="1" u="sng" dirty="0" smtClean="0"/>
            </a:br>
            <a:r>
              <a:rPr lang="en-GB" sz="3200" b="1" dirty="0" smtClean="0"/>
              <a:t>LAB TASK 1</a:t>
            </a:r>
            <a:br>
              <a:rPr lang="en-GB" sz="3200" b="1" dirty="0" smtClean="0"/>
            </a:b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3200" b="1" dirty="0" smtClean="0"/>
              <a:t/>
            </a:r>
            <a:br>
              <a:rPr lang="en-GB" sz="3200" b="1" dirty="0" smtClean="0"/>
            </a:br>
            <a:endParaRPr lang="en-GB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2410" y="3667554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GB" i="1" u="sng" dirty="0" smtClean="0"/>
              <a:t>Name</a:t>
            </a:r>
            <a:r>
              <a:rPr lang="en-GB" i="1" dirty="0" smtClean="0"/>
              <a:t>:  </a:t>
            </a:r>
            <a:r>
              <a:rPr lang="en-GB" i="1" u="sng" dirty="0" err="1" smtClean="0"/>
              <a:t>Waseeq</a:t>
            </a:r>
            <a:r>
              <a:rPr lang="en-GB" i="1" u="sng" dirty="0" smtClean="0"/>
              <a:t> Ur </a:t>
            </a:r>
            <a:r>
              <a:rPr lang="en-GB" i="1" u="sng" dirty="0" err="1" smtClean="0"/>
              <a:t>Rehman</a:t>
            </a:r>
            <a:r>
              <a:rPr lang="en-GB" sz="2600" i="1" u="sng" dirty="0" smtClean="0"/>
              <a:t> </a:t>
            </a:r>
            <a:endParaRPr lang="en-GB" i="1" u="sng" dirty="0"/>
          </a:p>
          <a:p>
            <a:pPr algn="l"/>
            <a:r>
              <a:rPr lang="en-GB" i="1" u="sng" dirty="0" err="1" smtClean="0"/>
              <a:t>Reg</a:t>
            </a:r>
            <a:r>
              <a:rPr lang="en-GB" i="1" u="sng" dirty="0" smtClean="0"/>
              <a:t> #</a:t>
            </a:r>
            <a:r>
              <a:rPr lang="en-GB" i="1" dirty="0" smtClean="0"/>
              <a:t>:  </a:t>
            </a:r>
            <a:r>
              <a:rPr lang="en-GB" i="1" u="sng" dirty="0" smtClean="0"/>
              <a:t>2180245</a:t>
            </a:r>
            <a:endParaRPr lang="en-GB" i="1" u="sng" dirty="0"/>
          </a:p>
          <a:p>
            <a:pPr algn="l"/>
            <a:r>
              <a:rPr lang="en-GB" i="1" u="sng" dirty="0" smtClean="0"/>
              <a:t>Section</a:t>
            </a:r>
            <a:r>
              <a:rPr lang="en-GB" i="1" dirty="0" smtClean="0"/>
              <a:t> : </a:t>
            </a:r>
            <a:r>
              <a:rPr lang="en-GB" i="1" u="sng" dirty="0" smtClean="0"/>
              <a:t>BSSE 4”A”</a:t>
            </a:r>
          </a:p>
          <a:p>
            <a:pPr algn="l"/>
            <a:r>
              <a:rPr lang="en-GB" i="1" u="sng" dirty="0" smtClean="0"/>
              <a:t>Project submitted to </a:t>
            </a:r>
            <a:r>
              <a:rPr lang="en-GB" i="1" dirty="0" smtClean="0"/>
              <a:t>:   </a:t>
            </a:r>
            <a:r>
              <a:rPr lang="en-GB" i="1" u="sng" dirty="0" smtClean="0"/>
              <a:t>Sheikh </a:t>
            </a:r>
            <a:r>
              <a:rPr lang="en-GB" i="1" u="sng" dirty="0" err="1" smtClean="0"/>
              <a:t>Badar</a:t>
            </a:r>
            <a:r>
              <a:rPr lang="en-GB" i="1" u="sng" dirty="0" smtClean="0"/>
              <a:t> </a:t>
            </a:r>
            <a:r>
              <a:rPr lang="en-GB" i="1" u="sng" dirty="0" err="1" smtClean="0"/>
              <a:t>Ud</a:t>
            </a:r>
            <a:r>
              <a:rPr lang="en-GB" i="1" u="sng" dirty="0" smtClean="0"/>
              <a:t> Din Tahir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28503" y="221188"/>
            <a:ext cx="5090558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571320" tIns="45720" rIns="-628452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Shaheed </a:t>
            </a:r>
            <a:r>
              <a:rPr kumimoji="0" lang="en-US" altLang="en-US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Zulfikar</a:t>
            </a:r>
            <a:r>
              <a:rPr kumimoji="0" lang="en-US" altLang="en-US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 Bhutto Institute of Science &amp; Technology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lvl="0" indent="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 SCIENCE DEPARTMENT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2" descr="55dba24a6ce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14" y="123825"/>
            <a:ext cx="8763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390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908" y="1011963"/>
            <a:ext cx="10515600" cy="764585"/>
          </a:xfrm>
        </p:spPr>
        <p:txBody>
          <a:bodyPr>
            <a:normAutofit/>
          </a:bodyPr>
          <a:lstStyle/>
          <a:p>
            <a:r>
              <a:rPr lang="en-GB" u="sng" dirty="0" smtClean="0"/>
              <a:t>VM WARE WORKSATATION </a:t>
            </a:r>
            <a:endParaRPr lang="en-GB" u="sng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571320" tIns="45720" rIns="-6284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49" name="Picture 2" descr="55dba24a6ce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3" y="31750"/>
            <a:ext cx="8763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571320" tIns="45720" rIns="-299943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Shaheed </a:t>
            </a:r>
            <a:r>
              <a:rPr kumimoji="0" lang="en-US" altLang="en-US" sz="17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Zulfikar</a:t>
            </a:r>
            <a:r>
              <a:rPr kumimoji="0" lang="en-US" altLang="en-US" sz="17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 Bhutto Institute of Science &amp; Technology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 SCIENCE DEPARTMENT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3" y="1776548"/>
            <a:ext cx="10573657" cy="495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04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68" y="688975"/>
            <a:ext cx="9404723" cy="1400530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Ubuntu Downloading platform</a:t>
            </a:r>
            <a:endParaRPr lang="en-GB" sz="32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607" y="2767013"/>
            <a:ext cx="7462774" cy="4195762"/>
          </a:xfr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571320" tIns="45720" rIns="-6284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69" name="Picture 2" descr="55dba24a6ce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3" y="123825"/>
            <a:ext cx="8763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00846" y="355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571320" tIns="45720" rIns="-299943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Shaheed </a:t>
            </a:r>
            <a:r>
              <a:rPr kumimoji="0" lang="en-US" altLang="en-US" sz="17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Zulfikar</a:t>
            </a:r>
            <a:r>
              <a:rPr kumimoji="0" lang="en-US" altLang="en-US" sz="17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 Bhutto Institute of Science &amp; Technology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9141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6081486"/>
          </a:xfrm>
        </p:spPr>
        <p:txBody>
          <a:bodyPr>
            <a:normAutofit/>
          </a:bodyPr>
          <a:lstStyle/>
          <a:p>
            <a:r>
              <a:rPr lang="en-US" sz="7200" dirty="0" smtClean="0"/>
              <a:t>Thank you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0848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268</TotalTime>
  <Words>65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Narrow</vt:lpstr>
      <vt:lpstr>Bookman Old Style</vt:lpstr>
      <vt:lpstr>Rockwell</vt:lpstr>
      <vt:lpstr>Times New Roman</vt:lpstr>
      <vt:lpstr>Damask</vt:lpstr>
      <vt:lpstr>  Assalam-o-alaikum </vt:lpstr>
      <vt:lpstr>OPERATING SYSTEMS   LAB TASK 1   </vt:lpstr>
      <vt:lpstr>VM WARE WORKSATATION </vt:lpstr>
      <vt:lpstr>Ubuntu Downloading platform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Assalam-o-alaikum</dc:title>
  <dc:creator>Microsoft account</dc:creator>
  <cp:lastModifiedBy>User</cp:lastModifiedBy>
  <cp:revision>28</cp:revision>
  <dcterms:created xsi:type="dcterms:W3CDTF">2022-05-31T10:51:33Z</dcterms:created>
  <dcterms:modified xsi:type="dcterms:W3CDTF">2023-09-20T21:58:27Z</dcterms:modified>
</cp:coreProperties>
</file>